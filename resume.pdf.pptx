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3" d="100"/>
          <a:sy n="33" d="100"/>
        </p:scale>
        <p:origin x="26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818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69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520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35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33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582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2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364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77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07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20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A47FB-BCAC-4AA4-9BA4-506941040C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C1314-0872-4582-A8C1-E802AED5D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87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888735-2445-BB77-F9C2-4D1E98094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54" y="679938"/>
            <a:ext cx="11113477" cy="1364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6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vaibhavi.jha2005@outlook.com</dc:creator>
  <cp:lastModifiedBy>vaibhavi.jha2005@outlook.com</cp:lastModifiedBy>
  <cp:revision>1</cp:revision>
  <dcterms:created xsi:type="dcterms:W3CDTF">2026-10-06T17:53:11Z</dcterms:created>
  <dcterms:modified xsi:type="dcterms:W3CDTF">2026-10-06T17:59:56Z</dcterms:modified>
</cp:coreProperties>
</file>